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Gebaseerd op het verslag van de subwerkgroepbijeenkomst van 26 juni 2026 (AI-gegenereerd, beperkt gecontroleerd). Van de vervolgsessie van 23 juli staat geen verslag in de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Deelnemers 26 juni o.a.: Annemieke, Frank, Hans, Theun, Marco, Lotte, Tanja.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bronnen waar al veel naar verwezen wordt. Rechtsonder: bronnen die de huidige standaard slecht ondersteunt.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rdfs:comment is generiek toepasbaar als toelichting, maar niet specifiek per relatie.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van de acties aanvullen: in de repo staat alleen het verslag van 26 juni, niet van de sessie van 23 juli.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NL-SBB · subwerkgroep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Externe bronverwijzing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Terugkoppeling werkgroep NL-SBB · 24 september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4160520"/>
            <a:ext cx="228600" cy="228600"/>
          </a:xfrm>
          <a:prstGeom prst="ellipse">
            <a:avLst/>
          </a:prstGeom>
          <a:solidFill>
            <a:srgbClr val="3E6B77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4160520"/>
            <a:ext cx="228600" cy="228600"/>
          </a:xfrm>
          <a:prstGeom prst="ellipse">
            <a:avLst/>
          </a:prstGeom>
          <a:solidFill>
            <a:srgbClr val="3E6B7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4160520"/>
            <a:ext cx="228600" cy="228600"/>
          </a:xfrm>
          <a:prstGeom prst="ellipse">
            <a:avLst/>
          </a:prstGeom>
          <a:solidFill>
            <a:srgbClr val="E8893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Waarom deze subwerkgroep?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verwijs je eenduidig en machineleesbaar naar de bron van een begrip?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EF4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 in NL-SBB (§ Brondocument)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Begrip —heeft bron→ brondocument (dct:source)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 gericht op directe verwijzingen naar wetsartikelen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"heeft bron" dubbel gebruikt: als string/URL én als object property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dct:source is flexibel in domein en range — kracht én zwakte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DF1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4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Behoefte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Verwijzen naar álle soorten kennisbronnen, niet alleen wetten.nl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 betekenis van de verwijzing expliciet maken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metadata en ondersteuning van brontypen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Betere machineleesbaarheid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een kennisbron?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Voorwaarde: de bron is digitaal herleidbaar — niet alleen impliciet aanwezig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54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wetten.nl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78308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554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Europese regelgeving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78308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5544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Modelverordeningen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DF1E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01752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788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Handleidingen en documentatie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DF1E7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301752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2788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XSD-beschrijvingen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26974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DF1E7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301752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7889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Overige niet-wettelijke bronnen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punt: een heldere afbakening van wat als kennisbron geldt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Richting van de oplossing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Uitbreiden zonder de hoofdstandaard te breken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DF1E7"/>
          </a:solidFill>
          <a:ln w="12700">
            <a:solidFill>
              <a:srgbClr val="E889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rgbClr val="E88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Type-aanduiding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Bronverwijzingen krijgen een type, bijv. wetten.nl, Europese regelgeving, overige.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A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Gezien als beste oplossing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E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60020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Subproperties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Bijv. "verwijzing voluit" en "verwijzing kort" als specialisatie van heeft bron.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Uitbreiding zonder wijziging hoofdstandaard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E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600200"/>
            <a:ext cx="411480" cy="41148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636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Scherpere toelichting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 en betekenis van "heeft bron" expliciet; verschil tussen definitie en interpretatie.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best-practicedocument in ontwikkeling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3C4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op: "brondocument" hernoemen naar "bronverwijzing" is een breaking change (alleen bij major versie)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Breder dan NL-SBB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uniforme verwijzingsmethodiek voor consistentie en hergebruik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Methodiek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B3C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Verwijzing naar kennisbron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14600" y="2377440"/>
            <a:ext cx="548640" cy="0"/>
          </a:xfrm>
          <a:prstGeom prst="line">
            <a:avLst/>
          </a:prstGeom>
          <a:noFill/>
          <a:ln w="25400">
            <a:solidFill>
              <a:srgbClr val="E889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201168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Toepasbaar op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Begrippen · Objecten · Regels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514600" y="3291840"/>
            <a:ext cx="548640" cy="0"/>
          </a:xfrm>
          <a:prstGeom prst="line">
            <a:avLst/>
          </a:prstGeom>
          <a:noFill/>
          <a:ln w="25400">
            <a:solidFill>
              <a:srgbClr val="E8893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54680" y="2926080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toetsen 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926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 · JSON-schema · andere plekken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Afspraak binnen Geonovum met Tanja, Linda, Joost en Frank om de toepasbaarheid buiten NL-SBB te verkennen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Acties en vraag aan de werkgroep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Acties uit 26 juni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rationale naamgeving brondocument vs. bronverwijzing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297680" y="155448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97680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Plaatjes en presentaties delen voor best practices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Hans, Annemieke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Voorbeelden uitwerken voor verschillende bronsoorten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74320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7680" y="27432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Theun, Annemieke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Toepasbaarheid in MIM / JSON-schema verkennen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97680" y="33375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Vervolgsessie plannen (23 juli)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E889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0" y="3931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105156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134E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Vraag aan de werkgroep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169164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Steunt de werkgroep type-aanduiding + subproperties als richting?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 in best practice of in de normatieve standaard?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Hernoemen parkeren tot de volgende major versie?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2026-09-24T12:53:36Z</dcterms:created>
  <dcterms:modified xsi:type="dcterms:W3CDTF">2026-09-24T12:53:36Z</dcterms:modified>
</cp:coreProperties>
</file>