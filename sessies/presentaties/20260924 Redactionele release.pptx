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 = issues met label "versie 1.0.1/1.1 redactioneel", aangevuld met kleine fixes sinds de definitieve versie van 10 oktober 2024. Er zijn geen milestones en geen issue is expliciet als blokkerend gelabeld; de indeling "blokkerend" op slide 5 is een inschatting.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Nog na te gaan: status van de vaststellingsprocedure bij GDI-governance (actiepunt Frank sinds januari 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NL-SBB · werkgroep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Redactionele release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verwerkt, wat staat open, wat blokkeert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24 september 2026 · bron: GitHub NL-SBB en nl-sbb-bp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98080" y="4160520"/>
            <a:ext cx="228600" cy="228600"/>
          </a:xfrm>
          <a:prstGeom prst="ellipse">
            <a:avLst/>
          </a:prstGeom>
          <a:solidFill>
            <a:srgbClr val="3E6B77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0" y="4160520"/>
            <a:ext cx="228600" cy="228600"/>
          </a:xfrm>
          <a:prstGeom prst="ellipse">
            <a:avLst/>
          </a:prstGeom>
          <a:solidFill>
            <a:srgbClr val="3E6B77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0" y="4160520"/>
            <a:ext cx="228600" cy="228600"/>
          </a:xfrm>
          <a:prstGeom prst="ellipse">
            <a:avLst/>
          </a:prstGeom>
          <a:solidFill>
            <a:srgbClr val="E8893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één oogopslag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met label "versie 1.0.1/1.1 redactioneel" (NL-SBB + nl-sbb-bp)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E6F2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6002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6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06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afgerond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17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Tekstueel, SHACL, publicatiemechanisme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4630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DF1E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46120" y="16002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88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4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606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nog open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3017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Waarvan enkele al half opgelost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4630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8E6E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35040" y="16002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4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606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blokkerend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3017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open issues + publicatie BP-document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Daarnaast: definitieve versie 10-10-2024 is het vertrekpunt; nieuwe functionaliteit (label 1.2/2.0) valt buiten deze release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 verwerkt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Belangrijkste wijzigingen sinds de definitieve versie van oktober 2024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E6F2E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08760"/>
            <a:ext cx="365760" cy="36576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5087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Tekst en redactie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1168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Schoonheidsfoutjes en typefouten (#2, #34, #35, #42, #60)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Consequent hoofdlettergebruik bij types (#46)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Toelichting heeft bovenliggend begrip (#58)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Toelichting brondocument verduidelijkt (#76)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Tekstuele verbeteringen o.a. "historienotitie" (PR #85)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EEF4F5"/>
          </a:solidFill>
          <a:ln/>
        </p:spPr>
      </p:sp>
      <p:sp>
        <p:nvSpPr>
          <p:cNvPr id="10" name="Shape 8"/>
          <p:cNvSpPr/>
          <p:nvPr/>
        </p:nvSpPr>
        <p:spPr>
          <a:xfrm>
            <a:off x="3429000" y="1508760"/>
            <a:ext cx="365760" cy="36576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886200" y="15087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SHACL-profiel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01168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sh:name / sh:description NL+EN (#10)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Ontbrekende sh:path en owl:imports (#52, #54)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sh:severity per shape + nieuw conformiteitshoofdstuk (#68, PR #101)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25964-relaties meegenomen (PR #104)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Onterechte validaties opgelost (#7, #8, #47)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E6F2EC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1508760"/>
            <a:ext cx="365760" cy="36576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15087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Publicatie en structuur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01168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Splitsing normatief document en best practice (#70)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Versioneerde links naar SHACL/SKOS, alternateFormats automatisch (#69, PR #100)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formats naar juiste URL's (#16)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Punning redactioneel verwijderd uit BP (bp PR #14)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Overzicht NL-SBB-software (informatief, PR #105)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Nog open binnen de scope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"versie 1.0.1/1.1 redactioneel"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EF4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#40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"Extern begrip" heeft geen definitie in NL-SBB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892040" y="13258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alternatieve PR's (#109–#111), keuze nodig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543800" y="1417320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B23A4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543800" y="1417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Blokkerend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1874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#48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1874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Optie voor externe begrippen in SHACL-profiel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874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#78 staat open; hangt samen met #95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543800" y="1965960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B23A4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43800" y="1965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Blokkerend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4231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EF4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2423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bp#2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423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Editoriaal BP-document: dode links, afbeeldingen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24231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Deels opgelost via bp PR #13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543800" y="2514600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E889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43800" y="2514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4360" y="2971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#51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2971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Toelichting bij begrippenkader loopt niet goed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892040" y="2971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Tekstvoorstel ligt in het issue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543800" y="3063240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E8893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543800" y="3063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5204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EF4F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94360" y="3520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#59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280160" y="3520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Engelse naam en citatie van NL-SBB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892040" y="35204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Besluit werkgroep nodig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543800" y="3611880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E8893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543800" y="3611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06908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94360" y="4069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#6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280160" y="4069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Punning niet omschreven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4892040" y="40690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Opgelost in bp PR #14 → kan dicht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543800" y="4160520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2E7D5B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543800" y="4160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Bijna klaar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blokkeert de release?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Inschatting: geen issue is formeel als blokkerend gelabeld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8E6E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08760"/>
            <a:ext cx="411480" cy="411480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463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Keuze voor "extern begrip"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#40 · PR #109, #110, #111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46888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Optie 1: definitie in hoofddocument (normatief, vraagt akkoord op tekst en URI)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Optie 2: verwijzing verwijderen (kan direct)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Optie 3: link naar BP (kan pas na BP-publicatie)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8E6E8"/>
          </a:solidFill>
          <a:ln/>
        </p:spPr>
      </p:sp>
      <p:sp>
        <p:nvSpPr>
          <p:cNvPr id="11" name="Shape 9"/>
          <p:cNvSpPr/>
          <p:nvPr/>
        </p:nvSpPr>
        <p:spPr>
          <a:xfrm>
            <a:off x="3429000" y="1508760"/>
            <a:ext cx="411480" cy="411480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2900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1463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BP-document niet gepubliceerd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nl-sbb-bp · 0 releases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46888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Normatief document moet naar de BP verwijzen (besluit 26 feb)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geeft nu 404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Blokkeert optie 3 van #40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8E6E8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1508760"/>
            <a:ext cx="411480" cy="411480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1792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1463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Externe begrippen in SHACL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#48 · PR #78 · #95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46888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#78 staat al sinds 2025 open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Suggesties Jesse en Marco nog te verwerken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Validatiefout bij externe begrippen (#95) hangt eraan vast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Kleine fixes zonder label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Kandidaten om mee te nemen in deze release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937760" cy="2743200"/>
          </a:xfrm>
          <a:prstGeom prst="roundRect">
            <a:avLst>
              <a:gd name="adj" fmla="val 2667"/>
            </a:avLst>
          </a:prstGeom>
          <a:solidFill>
            <a:srgbClr val="FDF1E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4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Voorstel: label 1.0.1/1.1 geven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#97 Verkeerde link naar SHACL-bestand in §4.3 (bug)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#103 Onvoltooide zin bij "heeft bovenliggend begrip"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#102 dct:title of rdfs:label voor brondocumenten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#61, #62, #63 SHACL: NL-beschrijving, types, groepen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#90 SHACL wijst Collection + Concept met zelfde label af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#81 / bp#9 Dode GitLab-links in best practices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#91, #93, #94 Dependabot-updates workflows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577840" y="1371600"/>
            <a:ext cx="3108960" cy="2743200"/>
          </a:xfrm>
          <a:prstGeom prst="roundRect">
            <a:avLst>
              <a:gd name="adj" fmla="val 2667"/>
            </a:avLst>
          </a:prstGeom>
          <a:solidFill>
            <a:srgbClr val="EEF4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7607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Buiten scope (1.2/2.0)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192024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Bronverwijzing (#86, #99, #77)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van begrippen (#96)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Versiebeheer (#18)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Eigenaar begrippenkader (#87)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NL-SBB in MIM (#74)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Nieuw: context-kenmerk (#112)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Voorstel aan de werkgroep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34E5E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417320"/>
            <a:ext cx="411480" cy="411480"/>
          </a:xfrm>
          <a:prstGeom prst="ellipse">
            <a:avLst/>
          </a:prstGeom>
          <a:solidFill>
            <a:srgbClr val="E889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71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Kies een optie voor #40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116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Optie 2 ontblokkeert direct; optie 1 of 3 kan later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34E5E"/>
          </a:solidFill>
          <a:ln/>
        </p:spPr>
      </p:sp>
      <p:sp>
        <p:nvSpPr>
          <p:cNvPr id="9" name="Shape 7"/>
          <p:cNvSpPr/>
          <p:nvPr/>
        </p:nvSpPr>
        <p:spPr>
          <a:xfrm>
            <a:off x="4892040" y="1417320"/>
            <a:ext cx="411480" cy="411480"/>
          </a:xfrm>
          <a:prstGeom prst="ellipse">
            <a:avLst/>
          </a:prstGeom>
          <a:solidFill>
            <a:srgbClr val="E889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1371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Publiceer het BP-document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0116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Eerste release van nl-sbb-bp, zodat verwijzingen werken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34E5E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3154680"/>
            <a:ext cx="411480" cy="411480"/>
          </a:xfrm>
          <a:prstGeom prst="ellipse">
            <a:avLst/>
          </a:prstGeom>
          <a:solidFill>
            <a:srgbClr val="E889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108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Rond PR #78 af of knip hem op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7490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Beslis of #48 in deze release moet of naar 1.1 schuift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34E5E"/>
          </a:solidFill>
          <a:ln/>
        </p:spPr>
      </p:sp>
      <p:sp>
        <p:nvSpPr>
          <p:cNvPr id="19" name="Shape 17"/>
          <p:cNvSpPr/>
          <p:nvPr/>
        </p:nvSpPr>
        <p:spPr>
          <a:xfrm>
            <a:off x="4892040" y="3154680"/>
            <a:ext cx="411480" cy="411480"/>
          </a:xfrm>
          <a:prstGeom prst="ellipse">
            <a:avLst/>
          </a:prstGeom>
          <a:solidFill>
            <a:srgbClr val="E889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9204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3108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Sluit #6 en label de kleine fixes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37490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één milestone voor de redactionele release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2026-09-24T13:13:50Z</dcterms:created>
  <dcterms:modified xsi:type="dcterms:W3CDTF">2026-09-24T13:13:50Z</dcterms:modified>
</cp:coreProperties>
</file>