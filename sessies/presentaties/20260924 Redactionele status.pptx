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Terugkoppeling van de subwerkgroep redactionele status aan de brede NL-SBB werkgroep.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Verslagen staan in de NL-SBB repo onder sessies/Redactionele status.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Conclusie 8 juni: status van een begrippenkader is niet één-op-één gelijk aan de status van een individueel begrip.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punt uit 6 juli: beheer profielen binnen NL-SBB of DCAT-AP-NL-ecosysteem (OGC Building Blocks als mogelijk mechanisme). Handreiking met best practices alleen als de werkgroep daar noodzaak voor ziet.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Datums gaan over de beschrijving van het begrip in het begrippenkader, niet over het begrip in de werkelijkheid (voorbeeld: Middeleeuwen). Laatste review is een eigen ROSA-attribuut.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Ook nog open: waar worden aanvullende profielen beheerd (NL-SBB of DCAT-AP-NL) en hoe houden we versies gesynchroniseerd.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actie van Pano (voorbeelden) is voorgesteld op 31 augustus maar niet expliciet als taak belegd — controleren.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8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NL-SBB · subwerkgroep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Redactionele status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van zaken en resultaten na drie sessies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14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Terugkoppeling werkgroep NL-SBB · 24 september 2026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98080" y="4160520"/>
            <a:ext cx="228600" cy="228600"/>
          </a:xfrm>
          <a:prstGeom prst="ellipse">
            <a:avLst/>
          </a:prstGeom>
          <a:solidFill>
            <a:srgbClr val="3E6B77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0" y="4160520"/>
            <a:ext cx="228600" cy="228600"/>
          </a:xfrm>
          <a:prstGeom prst="ellipse">
            <a:avLst/>
          </a:prstGeom>
          <a:solidFill>
            <a:srgbClr val="3E6B77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0" y="4160520"/>
            <a:ext cx="228600" cy="228600"/>
          </a:xfrm>
          <a:prstGeom prst="ellipse">
            <a:avLst/>
          </a:prstGeom>
          <a:solidFill>
            <a:srgbClr val="E8893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Aanleiding en verloop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Startpunt: memo van Brian Dommisse over statusattributen in het NORA- en ROSA-begrippenkader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7498080" cy="0"/>
          </a:xfrm>
          <a:prstGeom prst="line">
            <a:avLst/>
          </a:prstGeom>
          <a:noFill/>
          <a:ln w="25400">
            <a:solidFill>
              <a:srgbClr val="5B7C8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43100"/>
            <a:ext cx="411480" cy="411480"/>
          </a:xfrm>
          <a:prstGeom prst="ellipse">
            <a:avLst/>
          </a:prstGeom>
          <a:solidFill>
            <a:srgbClr val="E889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9431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947672"/>
            <a:ext cx="109728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juni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2560320" cy="1600200"/>
          </a:xfrm>
          <a:prstGeom prst="roundRect">
            <a:avLst>
              <a:gd name="adj" fmla="val 4571"/>
            </a:avLst>
          </a:prstGeom>
          <a:solidFill>
            <a:srgbClr val="EEF4F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26517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Voorstel Brian besproken: workflow, statussen, datums. Metadata begrippenkader vs. status per begrip → apart issue.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29000" y="1943100"/>
            <a:ext cx="411480" cy="411480"/>
          </a:xfrm>
          <a:prstGeom prst="ellipse">
            <a:avLst/>
          </a:prstGeom>
          <a:solidFill>
            <a:srgbClr val="E889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29000" y="19431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886200" y="1947672"/>
            <a:ext cx="109728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juli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337560" y="2560320"/>
            <a:ext cx="2560320" cy="1600200"/>
          </a:xfrm>
          <a:prstGeom prst="roundRect">
            <a:avLst>
              <a:gd name="adj" fmla="val 4571"/>
            </a:avLst>
          </a:prstGeom>
          <a:solidFill>
            <a:srgbClr val="EEF4F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74720" y="26517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Profiel blijkt compatibel met DCAT-AP-NL 3.0. Statusveld begrippenkader optioneel. Afspraak: volledig voorbeeld uitwerken.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17920" y="1943100"/>
            <a:ext cx="411480" cy="411480"/>
          </a:xfrm>
          <a:prstGeom prst="ellipse">
            <a:avLst/>
          </a:prstGeom>
          <a:solidFill>
            <a:srgbClr val="E889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17920" y="19431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1947672"/>
            <a:ext cx="109728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 aug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126480" y="2560320"/>
            <a:ext cx="2560320" cy="1600200"/>
          </a:xfrm>
          <a:prstGeom prst="roundRect">
            <a:avLst>
              <a:gd name="adj" fmla="val 4571"/>
            </a:avLst>
          </a:prstGeom>
          <a:solidFill>
            <a:srgbClr val="EEF4F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63640" y="26517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IMEV-voorbeeld gepresenteerd. Discussie lifecyclestatus op begripsniveau; richting voorleggen aan werkgroep.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Deelnemers: Brian Dommisse (Kennisnet), Frank Terpstra, Pano, Hans, Niels, Jacob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Twee sporen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term "redactionele status" bleek twee verschillende vragen te dekken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2651760"/>
          </a:xfrm>
          <a:prstGeom prst="roundRect">
            <a:avLst>
              <a:gd name="adj" fmla="val 2759"/>
            </a:avLst>
          </a:prstGeom>
          <a:solidFill>
            <a:srgbClr val="FDF1E7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91640"/>
            <a:ext cx="411480" cy="411480"/>
          </a:xfrm>
          <a:prstGeom prst="ellipse">
            <a:avLst/>
          </a:prstGeom>
          <a:solidFill>
            <a:srgbClr val="E889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6459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Metadata van het begrippenkader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33172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 beschrijf je een begrippenkader of publicatieset als geheel? Eigenaar, beheerder, versie, publicatiedatum, status.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520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8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Profiel op DCAT-AP-NL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4023360" cy="2651760"/>
          </a:xfrm>
          <a:prstGeom prst="roundRect">
            <a:avLst>
              <a:gd name="adj" fmla="val 2759"/>
            </a:avLst>
          </a:prstGeom>
          <a:solidFill>
            <a:srgbClr val="EEF4F5"/>
          </a:solidFill>
          <a:ln/>
        </p:spPr>
      </p:sp>
      <p:sp>
        <p:nvSpPr>
          <p:cNvPr id="11" name="Shape 9"/>
          <p:cNvSpPr/>
          <p:nvPr/>
        </p:nvSpPr>
        <p:spPr>
          <a:xfrm>
            <a:off x="4937760" y="1691640"/>
            <a:ext cx="411480" cy="411480"/>
          </a:xfrm>
          <a:prstGeom prst="ellipse">
            <a:avLst/>
          </a:prstGeom>
          <a:solidFill>
            <a:srgbClr val="0B3C4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3776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16459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Lifecyclestatus van begrippen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233172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workflowstatus heeft een individueel begrip (incl. beschrijving)? Voorgesteld, vastgesteld, vervangen…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3520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Mogelijke uitbreiding NL-SBB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Spoor A: resultaat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Metadataprofiel voor begrippenkaders, uitgewerkt met een voorbeeld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834640" cy="3200400"/>
          </a:xfrm>
          <a:prstGeom prst="roundRect">
            <a:avLst>
              <a:gd name="adj" fmla="val 2581"/>
            </a:avLst>
          </a:prstGeom>
          <a:solidFill>
            <a:srgbClr val="0B3C4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6459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88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6517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Profiel is volledig compatibel met DCAT-AP-NL 3.0, met aangescherpte kardinaliteiten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8404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FE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Voorbeeld: IMEV-begrippenkader (TTL in repo)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1417320"/>
            <a:ext cx="51206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IMEV-voorbeeld bevat alle verplichte, toepasselijke conditionele en aanbevolen velden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Versie is optioneel: alleen publicatiedatum volstaat voor een compleet begrippenkader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Teksten gegenereerd met een taalmodel op basis van specificatie en inhoud — praktisch haalbaar, mogelijk ook met lokaal model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Statusveld van het begrippenkader: optioneel, want er bestaat geen breed geaccepteerde waardenlijst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Loopt nog: Brian en Jacob passen het voorbeeld toe op het ROSA-begrippenkader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Spoor B: lifecycle van een begrip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Statussen en datums zoals in NORA/ROSA gehanteerd (memo Brian)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481328" cy="777240"/>
          </a:xfrm>
          <a:prstGeom prst="roundRect">
            <a:avLst>
              <a:gd name="adj" fmla="val 9412"/>
            </a:avLst>
          </a:prstGeom>
          <a:solidFill>
            <a:srgbClr val="EEF4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463040"/>
            <a:ext cx="1389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bewerking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 rot="5400000">
            <a:off x="1975104" y="1783080"/>
            <a:ext cx="118872" cy="137160"/>
          </a:xfrm>
          <a:prstGeom prst="triangle">
            <a:avLst/>
          </a:prstGeom>
          <a:solidFill>
            <a:srgbClr val="E8893A"/>
          </a:solidFill>
          <a:ln/>
        </p:spPr>
      </p:sp>
      <p:sp>
        <p:nvSpPr>
          <p:cNvPr id="7" name="Shape 5"/>
          <p:cNvSpPr/>
          <p:nvPr/>
        </p:nvSpPr>
        <p:spPr>
          <a:xfrm>
            <a:off x="2121408" y="1463040"/>
            <a:ext cx="1481328" cy="777240"/>
          </a:xfrm>
          <a:prstGeom prst="roundRect">
            <a:avLst>
              <a:gd name="adj" fmla="val 9412"/>
            </a:avLst>
          </a:prstGeom>
          <a:solidFill>
            <a:srgbClr val="EEF4F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167128" y="1463040"/>
            <a:ext cx="1389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Voorgesteld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5400000">
            <a:off x="3639312" y="1783080"/>
            <a:ext cx="118872" cy="137160"/>
          </a:xfrm>
          <a:prstGeom prst="triangle">
            <a:avLst/>
          </a:prstGeom>
          <a:solidFill>
            <a:srgbClr val="E8893A"/>
          </a:solidFill>
          <a:ln/>
        </p:spPr>
      </p:sp>
      <p:sp>
        <p:nvSpPr>
          <p:cNvPr id="10" name="Shape 8"/>
          <p:cNvSpPr/>
          <p:nvPr/>
        </p:nvSpPr>
        <p:spPr>
          <a:xfrm>
            <a:off x="3785616" y="1463040"/>
            <a:ext cx="1481328" cy="777240"/>
          </a:xfrm>
          <a:prstGeom prst="roundRect">
            <a:avLst>
              <a:gd name="adj" fmla="val 9412"/>
            </a:avLst>
          </a:prstGeom>
          <a:solidFill>
            <a:srgbClr val="0B3C4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831336" y="1463040"/>
            <a:ext cx="1389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Vastgesteld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 rot="5400000">
            <a:off x="5303520" y="1783080"/>
            <a:ext cx="118872" cy="137160"/>
          </a:xfrm>
          <a:prstGeom prst="triangle">
            <a:avLst/>
          </a:prstGeom>
          <a:solidFill>
            <a:srgbClr val="E8893A"/>
          </a:solidFill>
          <a:ln/>
        </p:spPr>
      </p:sp>
      <p:sp>
        <p:nvSpPr>
          <p:cNvPr id="13" name="Shape 11"/>
          <p:cNvSpPr/>
          <p:nvPr/>
        </p:nvSpPr>
        <p:spPr>
          <a:xfrm>
            <a:off x="5449824" y="1463040"/>
            <a:ext cx="1481328" cy="777240"/>
          </a:xfrm>
          <a:prstGeom prst="roundRect">
            <a:avLst>
              <a:gd name="adj" fmla="val 9412"/>
            </a:avLst>
          </a:prstGeom>
          <a:solidFill>
            <a:srgbClr val="EEF4F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95544" y="1463040"/>
            <a:ext cx="1389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Vastgesteld en in bewerking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 rot="5400000">
            <a:off x="6967728" y="1783080"/>
            <a:ext cx="118872" cy="137160"/>
          </a:xfrm>
          <a:prstGeom prst="triangle">
            <a:avLst/>
          </a:prstGeom>
          <a:solidFill>
            <a:srgbClr val="E8893A"/>
          </a:solidFill>
          <a:ln/>
        </p:spPr>
      </p:sp>
      <p:sp>
        <p:nvSpPr>
          <p:cNvPr id="16" name="Shape 14"/>
          <p:cNvSpPr/>
          <p:nvPr/>
        </p:nvSpPr>
        <p:spPr>
          <a:xfrm>
            <a:off x="7114032" y="1463040"/>
            <a:ext cx="1481328" cy="777240"/>
          </a:xfrm>
          <a:prstGeom prst="roundRect">
            <a:avLst>
              <a:gd name="adj" fmla="val 9412"/>
            </a:avLst>
          </a:prstGeom>
          <a:solidFill>
            <a:srgbClr val="EEF4F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59752" y="1463040"/>
            <a:ext cx="1389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Herzien en opnieuw voorgesteld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103120" y="251460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FDF1E7"/>
          </a:solidFill>
          <a:ln w="12700">
            <a:solidFill>
              <a:srgbClr val="E8893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103120" y="2514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Vervangen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394960" y="251460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FDF1E7"/>
          </a:solidFill>
          <a:ln w="12700">
            <a:solidFill>
              <a:srgbClr val="E8893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94960" y="2514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Vervallen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840480" y="2560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eindstatussen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33756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EEF4F5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94360" y="3429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Begin geldigheid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" y="3794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datum van vaststelling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560320" y="333756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EEF4F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2697480" y="3429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Eind geldigheid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2697480" y="3794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vervangen of vervallen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63440" y="333756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EEF4F5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800600" y="3429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Laatste wijziging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800600" y="3794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definitie, toelichting, voorbeelden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766560" y="333756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EEF4F5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903720" y="3429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Laatste review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903720" y="3794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ook zonder wijziging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E8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Voorstel Brian: het bestaan van een statusveld standaardiseren, de concrete waarden als best practice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vragen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EEF4F5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417320"/>
            <a:ext cx="411480" cy="411480"/>
          </a:xfrm>
          <a:prstGeom prst="ellipse">
            <a:avLst/>
          </a:prstGeom>
          <a:solidFill>
            <a:srgbClr val="E889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3898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Terminologie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2024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"Redactionele status" of "lifecyclestatus"? Nog geen definitieve keuze.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EEF4F5"/>
          </a:solidFill>
          <a:ln/>
        </p:spPr>
      </p:sp>
      <p:sp>
        <p:nvSpPr>
          <p:cNvPr id="9" name="Shape 7"/>
          <p:cNvSpPr/>
          <p:nvPr/>
        </p:nvSpPr>
        <p:spPr>
          <a:xfrm>
            <a:off x="4892040" y="1417320"/>
            <a:ext cx="411480" cy="411480"/>
          </a:xfrm>
          <a:prstGeom prst="ellipse">
            <a:avLst/>
          </a:prstGeom>
          <a:solidFill>
            <a:srgbClr val="0B3C4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9204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40680" y="13898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 of standaard?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92024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Wordt statusinformatie een best practice of een wijziging van NL-SBB?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EEF4F5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3200400"/>
            <a:ext cx="411480" cy="411480"/>
          </a:xfrm>
          <a:prstGeom prst="ellipse">
            <a:avLst/>
          </a:prstGeom>
          <a:solidFill>
            <a:srgbClr val="E8893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1729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Bestaande structuur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370332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het binnen de huidige beheerset- en provenance-setconstructie? Die is abstract en mist praktische vertaling.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63440" y="297180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EEF4F5"/>
          </a:solidFill>
          <a:ln/>
        </p:spPr>
      </p:sp>
      <p:sp>
        <p:nvSpPr>
          <p:cNvPr id="19" name="Shape 17"/>
          <p:cNvSpPr/>
          <p:nvPr/>
        </p:nvSpPr>
        <p:spPr>
          <a:xfrm>
            <a:off x="4892040" y="3200400"/>
            <a:ext cx="411480" cy="411480"/>
          </a:xfrm>
          <a:prstGeom prst="ellipse">
            <a:avLst/>
          </a:prstGeom>
          <a:solidFill>
            <a:srgbClr val="0B3C4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9204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440680" y="31729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Niveau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892040" y="370332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Begrip of begripsbeschrijving? Provenance zit nu op beschrijvingsniveau; in de praktijk bedoelt men het begrip incl. beschrijving.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Vraag aan de werkgroep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40480" cy="3291840"/>
          </a:xfrm>
          <a:prstGeom prst="roundRect">
            <a:avLst>
              <a:gd name="adj" fmla="val 2222"/>
            </a:avLst>
          </a:prstGeom>
          <a:solidFill>
            <a:srgbClr val="134E5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8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Besluiten vandaag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er draagvlak en prioriteit om lifecyclestatus verder uit te werken — of naar de backlog?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Richting: statusveld in de standaard, waarden als best practice?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een handreiking met best practices voor het metadataprofiel nodig?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3258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8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Lopende acties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78308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Wijzigingsverzoek lifecyclestatus opstellen, vooraf laten beoordelen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680960" y="1901952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E8893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680960" y="19019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45059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Inventariseren wie beheer- en provenance-set al gebruikt + use-cases verzamelen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680960" y="2569464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E889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680960" y="256946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11810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IMEV-voorbeeld toepassen op ROSA-begrippenkader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80960" y="3236976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E8893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680960" y="323697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Brian, Jacob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378561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Voorbeelden lifecyclestatus binnen bestaande structuur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680960" y="3904488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E8893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680960" y="39044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2026-09-24T12:45:56Z</dcterms:created>
  <dcterms:modified xsi:type="dcterms:W3CDTF">2026-09-24T12:45:56Z</dcterms:modified>
</cp:coreProperties>
</file>